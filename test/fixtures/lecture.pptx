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draw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Electric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 lines start on positive charges.</a:t>
            </a:r>
          </a:p>
          <a:p>
            <a:r>
              <a:t>They end on negative charges.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Gauss's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Flux equals enclosed charge over epsilon zero.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